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回測成果簡報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由回測輸出自動產生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2330.TW 回測摘要</a:t>
            </a:r>
          </a:p>
        </p:txBody>
      </p:sp>
      <p:pic>
        <p:nvPicPr>
          <p:cNvPr id="3" name="Picture 2" descr="2330.TW_equ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3291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圖表：backtest_out\2330.TW_equity.png</a:t>
            </a:r>
          </a:p>
          <a:p>
            <a:r>
              <a:t>交易紀錄：backtest_out/2330.TW_trades.csv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0050.TW 回測摘要</a:t>
            </a:r>
          </a:p>
        </p:txBody>
      </p:sp>
      <p:pic>
        <p:nvPicPr>
          <p:cNvPr id="3" name="Picture 2" descr="2330.TW_equ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3291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圖表：backtest_out\0050.TW_equity.png</a:t>
            </a:r>
          </a:p>
          <a:p>
            <a:r>
              <a:t>交易紀錄：backtest_out/0050.TW_trades.csv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